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314" y="1721908"/>
            <a:ext cx="7772400" cy="1470025"/>
          </a:xfrm>
        </p:spPr>
        <p:txBody>
          <a:bodyPr>
            <a:normAutofit/>
          </a:bodyPr>
          <a:lstStyle/>
          <a:p>
            <a:r>
              <a:rPr dirty="0"/>
              <a:t>Title of Presentation</a:t>
            </a:r>
            <a:r>
              <a:rPr lang="en-IN" dirty="0"/>
              <a:t> (Font: Arial or Calibri.32)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314" y="148695"/>
            <a:ext cx="7161694" cy="1524000"/>
          </a:xfrm>
        </p:spPr>
        <p:txBody>
          <a:bodyPr>
            <a:noAutofit/>
          </a:bodyPr>
          <a:lstStyle/>
          <a:p>
            <a:r>
              <a:rPr sz="2000" dirty="0"/>
              <a:t>PCET's</a:t>
            </a:r>
          </a:p>
          <a:p>
            <a:r>
              <a:rPr sz="2000" dirty="0"/>
              <a:t>Pimpri Chinchwad College of Engineering</a:t>
            </a:r>
          </a:p>
          <a:p>
            <a:r>
              <a:rPr sz="2000" dirty="0"/>
              <a:t>Young Professional Conference – Abhinav 2k26</a:t>
            </a:r>
          </a:p>
          <a:p>
            <a:endParaRPr sz="2000" dirty="0"/>
          </a:p>
          <a:p>
            <a:pPr algn="l"/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sz="2000" dirty="0"/>
              <a:t>Team Leader Name </a:t>
            </a:r>
            <a:r>
              <a:rPr lang="en-IN" sz="2000" dirty="0"/>
              <a:t>(Font Arial or Calibri. 24)</a:t>
            </a:r>
            <a:br>
              <a:rPr lang="en-IN" sz="2000" dirty="0"/>
            </a:br>
            <a:r>
              <a:rPr sz="2000" dirty="0"/>
              <a:t>Team ID</a:t>
            </a:r>
          </a:p>
          <a:p>
            <a:pPr algn="l"/>
            <a:r>
              <a:rPr sz="2000" dirty="0"/>
              <a:t>Date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452"/>
            <a:ext cx="1366002" cy="10972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382" y="274320"/>
            <a:ext cx="1167618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Introduction</a:t>
            </a:r>
            <a:r>
              <a:rPr lang="en-IN" sz="3200" dirty="0"/>
              <a:t>(Font: Arial or Calibri.32)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r>
              <a:rPr sz="2400" dirty="0"/>
              <a:t>Overview of the research </a:t>
            </a:r>
            <a:r>
              <a:rPr sz="2400" dirty="0" err="1"/>
              <a:t>topi</a:t>
            </a:r>
            <a:r>
              <a:rPr lang="en-IN" sz="2400" dirty="0"/>
              <a:t>c</a:t>
            </a:r>
            <a:endParaRPr sz="2400" dirty="0"/>
          </a:p>
          <a:p>
            <a:r>
              <a:rPr sz="2400" dirty="0"/>
              <a:t>Background of the problem</a:t>
            </a:r>
          </a:p>
          <a:p>
            <a:r>
              <a:rPr sz="2400" dirty="0"/>
              <a:t>Importance of the study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Motivation</a:t>
            </a:r>
            <a:r>
              <a:rPr lang="en-IN" sz="3200" dirty="0"/>
              <a:t> 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br>
              <a:rPr lang="en-IN" sz="2400" dirty="0"/>
            </a:br>
            <a:r>
              <a:rPr sz="2400" dirty="0"/>
              <a:t>Why this research problem is important</a:t>
            </a:r>
          </a:p>
          <a:p>
            <a:r>
              <a:rPr sz="2400" dirty="0"/>
              <a:t>Real-world need for the proposed solution</a:t>
            </a:r>
          </a:p>
          <a:p>
            <a:r>
              <a:rPr sz="2400" dirty="0"/>
              <a:t>Expected benefits of the research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Literature Survey (6–7 Papers)</a:t>
            </a:r>
            <a:r>
              <a:rPr lang="en-IN" sz="3200" dirty="0"/>
              <a:t> (Font: Arial or Calibri.32) 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r>
              <a:rPr sz="2400" dirty="0"/>
              <a:t>Paper 1 – Key idea and contribution</a:t>
            </a:r>
          </a:p>
          <a:p>
            <a:r>
              <a:rPr sz="2400" dirty="0"/>
              <a:t>Paper 2 – Method used and findings</a:t>
            </a:r>
          </a:p>
          <a:p>
            <a:r>
              <a:rPr sz="2400" dirty="0"/>
              <a:t>Paper 3 – Important results</a:t>
            </a:r>
          </a:p>
          <a:p>
            <a:r>
              <a:rPr sz="2400" dirty="0"/>
              <a:t>Paper 4 – Limitations</a:t>
            </a:r>
          </a:p>
          <a:p>
            <a:r>
              <a:rPr sz="2400" dirty="0"/>
              <a:t>Paper 5 – Comparison</a:t>
            </a:r>
          </a:p>
          <a:p>
            <a:r>
              <a:rPr sz="2400" dirty="0"/>
              <a:t>Paper 6 – Summary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889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Research Gap</a:t>
            </a:r>
            <a:r>
              <a:rPr lang="en-IN" sz="3200" dirty="0"/>
              <a:t>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r>
              <a:rPr sz="2400" dirty="0"/>
              <a:t>Limitations in existing studies</a:t>
            </a:r>
          </a:p>
          <a:p>
            <a:r>
              <a:rPr sz="2400" dirty="0"/>
              <a:t>Problems not solved in previous work</a:t>
            </a:r>
          </a:p>
          <a:p>
            <a:r>
              <a:rPr sz="2400" dirty="0"/>
              <a:t>Need for improved approach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Objectives</a:t>
            </a:r>
            <a:r>
              <a:rPr lang="en-IN" sz="3200" dirty="0"/>
              <a:t> 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br>
              <a:rPr lang="en-IN" sz="2400" dirty="0"/>
            </a:br>
            <a:r>
              <a:rPr sz="2400" dirty="0"/>
              <a:t>Main objective of the research</a:t>
            </a:r>
          </a:p>
          <a:p>
            <a:r>
              <a:rPr sz="2400" dirty="0"/>
              <a:t>Secondary objectives</a:t>
            </a:r>
          </a:p>
          <a:p>
            <a:r>
              <a:rPr sz="2400" dirty="0"/>
              <a:t>Expected outcomes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Methodology</a:t>
            </a:r>
            <a:r>
              <a:rPr lang="en-IN" sz="3200" dirty="0"/>
              <a:t>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r>
              <a:rPr sz="2400" dirty="0"/>
              <a:t>System architecture / workflow</a:t>
            </a:r>
          </a:p>
          <a:p>
            <a:r>
              <a:rPr sz="2400" dirty="0"/>
              <a:t>Tools and technologies used</a:t>
            </a:r>
          </a:p>
          <a:p>
            <a:r>
              <a:rPr sz="2400" dirty="0"/>
              <a:t>Data collection and processing steps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155" y="274638"/>
            <a:ext cx="8005689" cy="1063095"/>
          </a:xfrm>
        </p:spPr>
        <p:txBody>
          <a:bodyPr>
            <a:noAutofit/>
          </a:bodyPr>
          <a:lstStyle/>
          <a:p>
            <a:r>
              <a:rPr lang="en-IN" sz="3200" dirty="0"/>
              <a:t>  </a:t>
            </a:r>
            <a:r>
              <a:rPr sz="3200" dirty="0"/>
              <a:t>Result and Discussion</a:t>
            </a:r>
            <a:r>
              <a:rPr lang="en-IN" sz="3200" dirty="0"/>
              <a:t>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sz="2400" dirty="0"/>
            </a:br>
            <a:br>
              <a:rPr lang="en-IN" sz="2400" dirty="0"/>
            </a:br>
            <a:r>
              <a:rPr sz="2400" dirty="0"/>
              <a:t>Experimental results</a:t>
            </a:r>
          </a:p>
          <a:p>
            <a:r>
              <a:rPr sz="2400" dirty="0"/>
              <a:t>Performance analysis</a:t>
            </a:r>
          </a:p>
          <a:p>
            <a:r>
              <a:rPr sz="2400" dirty="0"/>
              <a:t>Interpretation of results</a:t>
            </a:r>
          </a:p>
        </p:txBody>
      </p:sp>
      <p:pic>
        <p:nvPicPr>
          <p:cNvPr id="4" name="Picture 3" descr="img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96834" cy="640080"/>
          </a:xfrm>
          <a:prstGeom prst="rect">
            <a:avLst/>
          </a:prstGeom>
        </p:spPr>
      </p:pic>
      <p:pic>
        <p:nvPicPr>
          <p:cNvPr id="5" name="Picture 4" descr="img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889" y="182880"/>
            <a:ext cx="681111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References</a:t>
            </a:r>
            <a:r>
              <a:rPr lang="en-IN" sz="3200" dirty="0"/>
              <a:t>(Font: Arial or Calibri.32) </a:t>
            </a: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(Font Arial or Calibri. 24)</a:t>
            </a:r>
            <a:br>
              <a:rPr lang="en-IN" dirty="0"/>
            </a:br>
            <a:r>
              <a:rPr sz="2400" dirty="0"/>
              <a:t>Author, A. A. (Year). Title of paper. Journal/Conference.</a:t>
            </a:r>
          </a:p>
          <a:p>
            <a:r>
              <a:rPr sz="2400" dirty="0"/>
              <a:t>Author, B. B. (Year). Title of paper. Journal/Conference.</a:t>
            </a:r>
          </a:p>
          <a:p>
            <a:r>
              <a:rPr sz="2400" dirty="0"/>
              <a:t>Website / dataset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img29.png">
            <a:extLst>
              <a:ext uri="{FF2B5EF4-FFF2-40B4-BE49-F238E27FC236}">
                <a16:creationId xmlns:a16="http://schemas.microsoft.com/office/drawing/2014/main" id="{C0A86008-F9EE-323D-0F1E-844AC6B9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365760"/>
            <a:ext cx="796834" cy="640080"/>
          </a:xfrm>
          <a:prstGeom prst="rect">
            <a:avLst/>
          </a:prstGeom>
        </p:spPr>
      </p:pic>
      <p:pic>
        <p:nvPicPr>
          <p:cNvPr id="6" name="Picture 5" descr="img30.png">
            <a:extLst>
              <a:ext uri="{FF2B5EF4-FFF2-40B4-BE49-F238E27FC236}">
                <a16:creationId xmlns:a16="http://schemas.microsoft.com/office/drawing/2014/main" id="{5B6FF95C-DAE9-1D45-D956-8409668B9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556" y="365760"/>
            <a:ext cx="681111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5971"/>
            <a:ext cx="8229600" cy="1143000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pic>
        <p:nvPicPr>
          <p:cNvPr id="3" name="Picture 2" descr="img29.png">
            <a:extLst>
              <a:ext uri="{FF2B5EF4-FFF2-40B4-BE49-F238E27FC236}">
                <a16:creationId xmlns:a16="http://schemas.microsoft.com/office/drawing/2014/main" id="{FE67E7E7-8DAF-CAB9-6201-C6FA25AC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4293"/>
            <a:ext cx="796834" cy="640080"/>
          </a:xfrm>
          <a:prstGeom prst="rect">
            <a:avLst/>
          </a:prstGeom>
        </p:spPr>
      </p:pic>
      <p:pic>
        <p:nvPicPr>
          <p:cNvPr id="4" name="Picture 3" descr="img30.png">
            <a:extLst>
              <a:ext uri="{FF2B5EF4-FFF2-40B4-BE49-F238E27FC236}">
                <a16:creationId xmlns:a16="http://schemas.microsoft.com/office/drawing/2014/main" id="{9E4E165A-2F12-28A1-6DFA-8799E369F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178" y="484293"/>
            <a:ext cx="681111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360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Title of Presentation (Font: Arial or Calibri.32)</vt:lpstr>
      <vt:lpstr>Introduction(Font: Arial or Calibri.32)</vt:lpstr>
      <vt:lpstr>Motivation (Font: Arial or Calibri.32)  </vt:lpstr>
      <vt:lpstr>Literature Survey (6–7 Papers) (Font: Arial or Calibri.32) </vt:lpstr>
      <vt:lpstr>Research Gap(Font: Arial or Calibri.32)  </vt:lpstr>
      <vt:lpstr>Objectives (Font: Arial or Calibri.32)  </vt:lpstr>
      <vt:lpstr>Methodology(Font: Arial or Calibri.32)  </vt:lpstr>
      <vt:lpstr>  Result and Discussion(Font: Arial or Calibri.32)  </vt:lpstr>
      <vt:lpstr>References(Font: Arial or Calibri.32) 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 Joshi</dc:creator>
  <cp:keywords/>
  <dc:description>generated using python-pptx</dc:description>
  <cp:lastModifiedBy>mitalichaudhari1302@gmail.com</cp:lastModifiedBy>
  <cp:revision>4</cp:revision>
  <dcterms:created xsi:type="dcterms:W3CDTF">2013-01-27T09:14:16Z</dcterms:created>
  <dcterms:modified xsi:type="dcterms:W3CDTF">2026-03-10T17:59:26Z</dcterms:modified>
  <cp:category/>
</cp:coreProperties>
</file>